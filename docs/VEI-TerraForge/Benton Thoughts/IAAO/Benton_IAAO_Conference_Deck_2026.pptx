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Benton’s Market Calibration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IAAO-aligned assessment performance reporting suite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08,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Benton calibrates cost &amp; depreciation tables from verified sales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IAAO performance metrics: level, uniformity, vertical equity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Time-stability monitoring (anti–sales chasing controls)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transparency: dashboard + neighborhood bulletins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publish (public-safe)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1155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% change • Sales n • Median ratio • COD/PRD • PRB (only when evidence is strong) • Time stability Pass/Watch/Flag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policy: n&lt;10 suppressed; 10–19 limited; PRB requires n≥50 + slice support.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(Inputs → Calibration → QA → Governance)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133856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4813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0" y="14813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sales + property characteristics + cost tables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1133856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500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23500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size curves, depreciation, basements/garages by tier/NG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1133856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186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3218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Level/uniformity/equity + time-slice stability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1133856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087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40873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log, approval workbook, rollback by release_id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tables + verified evidence + continuous QA = defensible, transparent valuation without sales chasing.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Annual Report • Technical Appendix • Dashboard Spec • Bulletins • Governance packet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Benton County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Benton Market Calibration &amp; Assessment Performance</dc:title>
  <dc:subject>IAAO Reporting Suite</dc:subject>
  <dc:creator>Benton County Assessor</dc:creator>
  <cp:lastModifiedBy>Benton County Assessor</cp:lastModifiedBy>
  <cp:revision>1</cp:revision>
  <dcterms:created xsi:type="dcterms:W3CDTF">2026-01-08T22:53:43Z</dcterms:created>
  <dcterms:modified xsi:type="dcterms:W3CDTF">2026-01-08T22:53:43Z</dcterms:modified>
</cp:coreProperties>
</file>