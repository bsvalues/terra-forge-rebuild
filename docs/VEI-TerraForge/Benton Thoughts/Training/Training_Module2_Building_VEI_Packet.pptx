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2: Building the VEI Packet</a:t>
            </a:r>
          </a:p>
          <a:p>
            <a:r>
              <a:t>Step-by-Step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raw data to a defensible, court-ready packet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Lock the Study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Assessment year, class scope, sales window, tiering</a:t>
            </a:r>
          </a:p>
          <a:p>
            <a:r>
              <a:t>Document limitations up front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Validate Sales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 arm’s-length rules consistently</a:t>
            </a:r>
          </a:p>
          <a:p>
            <a:r>
              <a:t>Document inclusions/exclusions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Produce Core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PRD (current + trend)</a:t>
            </a:r>
          </a:p>
          <a:p>
            <a:r>
              <a:t>Tier medians (table + plot)</a:t>
            </a:r>
          </a:p>
          <a:p>
            <a:r>
              <a:t>COD (current + trend)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Run Governance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Coverage</a:t>
            </a:r>
          </a:p>
          <a:p>
            <a:r>
              <a:t>Tier drift</a:t>
            </a:r>
          </a:p>
          <a:p>
            <a:r>
              <a:t>PRD/PRB band</a:t>
            </a:r>
          </a:p>
          <a:p>
            <a:r>
              <a:t>Holdout (if used)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Assemble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Before / After</a:t>
            </a:r>
          </a:p>
          <a:p>
            <a:r>
              <a:t>Change list</a:t>
            </a:r>
          </a:p>
          <a:p>
            <a:r>
              <a:t>Holdout confirmation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6: Write Findings 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Plain-language equity conclusion</a:t>
            </a:r>
          </a:p>
          <a:p>
            <a:r>
              <a:t>Why action was or was not taken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7: Final Review &amp;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Fail-closed logic</a:t>
            </a:r>
          </a:p>
          <a:p>
            <a:r>
              <a:t>Versioning and audit trail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Pitfalls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Single-year focus</a:t>
            </a:r>
          </a:p>
          <a:p>
            <a:r>
              <a:t>Over-reliance on PRD</a:t>
            </a:r>
          </a:p>
          <a:p>
            <a:r>
              <a:t>Undocumented judgment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Transition to Module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Interpreting red flags without overreacting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